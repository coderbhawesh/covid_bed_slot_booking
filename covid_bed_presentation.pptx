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2.jpeg" ContentType="image/jpeg"/>
  <Override PartName="/ppt/media/image3.jpeg" ContentType="image/jpeg"/>
  <Override PartName="/ppt/media/image4.jpeg" ContentType="image/jpeg"/>
  <Override PartName="/ppt/media/image5.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lvl1pPr>
    <a:lvl2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lvl2pPr>
    <a:lvl3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lvl3pPr>
    <a:lvl4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lvl4pPr>
    <a:lvl5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lvl5pPr>
    <a:lvl6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lvl6pPr>
    <a:lvl7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lvl7pPr>
    <a:lvl8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lvl8pPr>
    <a:lvl9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Light"/>
          <a:ea typeface="Helvetica Light"/>
          <a:cs typeface="Helvetica Light"/>
        </a:font>
        <a:srgbClr val="FF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2E9"/>
          </a:solidFill>
        </a:fill>
      </a:tcStyle>
    </a:wholeTbl>
    <a:band2H>
      <a:tcTxStyle b="def" i="def"/>
      <a:tcStyle>
        <a:tcBdr/>
        <a:fill>
          <a:solidFill>
            <a:srgbClr val="E6EA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Helvetica Light"/>
          <a:ea typeface="Helvetica Light"/>
          <a:cs typeface="Helvetica Light"/>
        </a:font>
        <a:srgbClr val="FF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ADB"/>
          </a:solidFill>
        </a:fill>
      </a:tcStyle>
    </a:wholeTbl>
    <a:band2H>
      <a:tcTxStyle b="def" i="def"/>
      <a:tcStyle>
        <a:tcBdr/>
        <a:fill>
          <a:solidFill>
            <a:srgbClr val="E6ED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Helvetica Light"/>
          <a:ea typeface="Helvetica Light"/>
          <a:cs typeface="Helvetica Light"/>
        </a:font>
        <a:srgbClr val="FF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D7CB"/>
          </a:solidFill>
        </a:fill>
      </a:tcStyle>
    </a:wholeTbl>
    <a:band2H>
      <a:tcTxStyle b="def" i="def"/>
      <a:tcStyle>
        <a:tcBdr/>
        <a:fill>
          <a:solidFill>
            <a:srgbClr val="F3EC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Helvetica Light"/>
          <a:ea typeface="Helvetica Light"/>
          <a:cs typeface="Helvetica Light"/>
        </a:font>
        <a:srgbClr val="FF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FF0000"/>
        </a:fontRef>
        <a:srgbClr val="FF0000"/>
      </a:tcTxStyle>
      <a:tcStyle>
        <a:tcBdr>
          <a:left>
            <a:ln w="12700" cap="flat">
              <a:noFill/>
              <a:miter lim="400000"/>
            </a:ln>
          </a:left>
          <a:right>
            <a:ln w="12700" cap="flat">
              <a:noFill/>
              <a:miter lim="400000"/>
            </a:ln>
          </a:right>
          <a:top>
            <a:ln w="50800" cap="flat">
              <a:solidFill>
                <a:srgbClr val="FF0000"/>
              </a:solidFill>
              <a:prstDash val="solid"/>
              <a:round/>
            </a:ln>
          </a:top>
          <a:bottom>
            <a:ln w="25400" cap="flat">
              <a:solidFill>
                <a:srgbClr val="FF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FF0000"/>
              </a:solidFill>
              <a:prstDash val="solid"/>
              <a:round/>
            </a:ln>
          </a:top>
          <a:bottom>
            <a:ln w="25400" cap="flat">
              <a:solidFill>
                <a:srgbClr val="FF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Helvetica Light"/>
          <a:ea typeface="Helvetica Light"/>
          <a:cs typeface="Helvetica Light"/>
        </a:font>
        <a:srgbClr val="FF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ACA"/>
          </a:solidFill>
        </a:fill>
      </a:tcStyle>
    </a:wholeTbl>
    <a:band2H>
      <a:tcTxStyle b="def" i="def"/>
      <a:tcStyle>
        <a:tcBdr/>
        <a:fill>
          <a:solidFill>
            <a:srgbClr val="FF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0000"/>
          </a:solidFill>
        </a:fill>
      </a:tcStyle>
    </a:firstRow>
  </a:tblStyle>
  <a:tblStyle styleId="{2708684C-4D16-4618-839F-0558EEFCDFE6}" styleName="">
    <a:tblBg/>
    <a:wholeTbl>
      <a:tcTxStyle b="off" i="off">
        <a:font>
          <a:latin typeface="Helvetica Light"/>
          <a:ea typeface="Helvetica Light"/>
          <a:cs typeface="Helvetica Light"/>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6" name="Shape 116"/>
          <p:cNvSpPr/>
          <p:nvPr>
            <p:ph type="sldImg"/>
          </p:nvPr>
        </p:nvSpPr>
        <p:spPr>
          <a:xfrm>
            <a:off x="1143000" y="685800"/>
            <a:ext cx="4572000" cy="3429000"/>
          </a:xfrm>
          <a:prstGeom prst="rect">
            <a:avLst/>
          </a:prstGeom>
        </p:spPr>
        <p:txBody>
          <a:bodyPr/>
          <a:lstStyle/>
          <a:p>
            <a:pPr/>
          </a:p>
        </p:txBody>
      </p:sp>
      <p:sp>
        <p:nvSpPr>
          <p:cNvPr id="117" name="Shape 11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amp; Subtitle">
    <p:spTree>
      <p:nvGrpSpPr>
        <p:cNvPr id="1" name=""/>
        <p:cNvGrpSpPr/>
        <p:nvPr/>
      </p:nvGrpSpPr>
      <p:grpSpPr>
        <a:xfrm>
          <a:off x="0" y="0"/>
          <a:ext cx="0" cy="0"/>
          <a:chOff x="0" y="0"/>
          <a:chExt cx="0" cy="0"/>
        </a:xfrm>
      </p:grpSpPr>
      <p:sp>
        <p:nvSpPr>
          <p:cNvPr id="11" name="Title Text"/>
          <p:cNvSpPr txBox="1"/>
          <p:nvPr>
            <p:ph type="title"/>
          </p:nvPr>
        </p:nvSpPr>
        <p:spPr>
          <a:xfrm>
            <a:off x="2387600" y="2298700"/>
            <a:ext cx="19621500" cy="4648200"/>
          </a:xfrm>
          <a:prstGeom prst="rect">
            <a:avLst/>
          </a:prstGeom>
        </p:spPr>
        <p:txBody>
          <a:bodyPr anchor="b"/>
          <a:lstStyle/>
          <a:p>
            <a:pPr/>
            <a:r>
              <a:t>Title Text</a:t>
            </a:r>
          </a:p>
        </p:txBody>
      </p:sp>
      <p:sp>
        <p:nvSpPr>
          <p:cNvPr id="12" name="Body Level One…"/>
          <p:cNvSpPr txBox="1"/>
          <p:nvPr>
            <p:ph type="body" sz="quarter" idx="1"/>
          </p:nvPr>
        </p:nvSpPr>
        <p:spPr>
          <a:xfrm>
            <a:off x="2387600" y="7073900"/>
            <a:ext cx="19621500" cy="1587500"/>
          </a:xfrm>
          <a:prstGeom prst="rect">
            <a:avLst/>
          </a:prstGeom>
        </p:spPr>
        <p:txBody>
          <a:bodyPr anchor="t"/>
          <a:lstStyle>
            <a:lvl1pPr marL="0" indent="0" algn="ctr">
              <a:spcBef>
                <a:spcPts val="0"/>
              </a:spcBef>
              <a:buSzTx/>
              <a:buNone/>
              <a:defRPr sz="4400"/>
            </a:lvl1pPr>
            <a:lvl2pPr marL="0" indent="0" algn="ctr">
              <a:spcBef>
                <a:spcPts val="0"/>
              </a:spcBef>
              <a:buSzTx/>
              <a:buNone/>
              <a:defRPr sz="4400"/>
            </a:lvl2pPr>
            <a:lvl3pPr marL="0" indent="0" algn="ctr">
              <a:spcBef>
                <a:spcPts val="0"/>
              </a:spcBef>
              <a:buSzTx/>
              <a:buNone/>
              <a:defRPr sz="4400"/>
            </a:lvl3pPr>
            <a:lvl4pPr marL="0" indent="0" algn="ctr">
              <a:spcBef>
                <a:spcPts val="0"/>
              </a:spcBef>
              <a:buSzTx/>
              <a:buNone/>
              <a:defRPr sz="4400"/>
            </a:lvl4pPr>
            <a:lvl5pPr marL="0" indent="0" algn="ctr">
              <a:spcBef>
                <a:spcPts val="0"/>
              </a:spcBef>
              <a:buSzTx/>
              <a:buNone/>
              <a:defRPr sz="4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Panoramic photo of two canoeists on a wide river with snowy mountains in the background"/>
          <p:cNvSpPr/>
          <p:nvPr>
            <p:ph type="pic" idx="21"/>
          </p:nvPr>
        </p:nvSpPr>
        <p:spPr>
          <a:xfrm>
            <a:off x="2752725" y="-2489200"/>
            <a:ext cx="18840450" cy="12560300"/>
          </a:xfrm>
          <a:prstGeom prst="rect">
            <a:avLst/>
          </a:prstGeom>
        </p:spPr>
        <p:txBody>
          <a:bodyPr lIns="91439" tIns="45719" rIns="91439" bIns="45719" anchor="t">
            <a:noAutofit/>
          </a:bodyPr>
          <a:lstStyle/>
          <a:p>
            <a:pPr/>
          </a:p>
        </p:txBody>
      </p:sp>
      <p:sp>
        <p:nvSpPr>
          <p:cNvPr id="21" name="Title Text"/>
          <p:cNvSpPr txBox="1"/>
          <p:nvPr>
            <p:ph type="title"/>
          </p:nvPr>
        </p:nvSpPr>
        <p:spPr>
          <a:xfrm>
            <a:off x="2387600" y="9448800"/>
            <a:ext cx="19621500" cy="2006600"/>
          </a:xfrm>
          <a:prstGeom prst="rect">
            <a:avLst/>
          </a:prstGeom>
        </p:spPr>
        <p:txBody>
          <a:bodyPr anchor="b"/>
          <a:lstStyle/>
          <a:p>
            <a:pPr/>
            <a:r>
              <a:t>Title Text</a:t>
            </a:r>
          </a:p>
        </p:txBody>
      </p:sp>
      <p:sp>
        <p:nvSpPr>
          <p:cNvPr id="22" name="Body Level One…"/>
          <p:cNvSpPr txBox="1"/>
          <p:nvPr>
            <p:ph type="body" sz="quarter" idx="1"/>
          </p:nvPr>
        </p:nvSpPr>
        <p:spPr>
          <a:xfrm>
            <a:off x="2387600" y="11518900"/>
            <a:ext cx="19621500" cy="1714500"/>
          </a:xfrm>
          <a:prstGeom prst="rect">
            <a:avLst/>
          </a:prstGeom>
        </p:spPr>
        <p:txBody>
          <a:bodyPr anchor="t"/>
          <a:lstStyle>
            <a:lvl1pPr marL="0" indent="0" algn="ctr">
              <a:spcBef>
                <a:spcPts val="0"/>
              </a:spcBef>
              <a:buSzTx/>
              <a:buNone/>
              <a:defRPr sz="4400"/>
            </a:lvl1pPr>
            <a:lvl2pPr marL="0" indent="0" algn="ctr">
              <a:spcBef>
                <a:spcPts val="0"/>
              </a:spcBef>
              <a:buSzTx/>
              <a:buNone/>
              <a:defRPr sz="4400"/>
            </a:lvl2pPr>
            <a:lvl3pPr marL="0" indent="0" algn="ctr">
              <a:spcBef>
                <a:spcPts val="0"/>
              </a:spcBef>
              <a:buSzTx/>
              <a:buNone/>
              <a:defRPr sz="4400"/>
            </a:lvl3pPr>
            <a:lvl4pPr marL="0" indent="0" algn="ctr">
              <a:spcBef>
                <a:spcPts val="0"/>
              </a:spcBef>
              <a:buSzTx/>
              <a:buNone/>
              <a:defRPr sz="4400"/>
            </a:lvl4pPr>
            <a:lvl5pPr marL="0" indent="0" algn="ctr">
              <a:spcBef>
                <a:spcPts val="0"/>
              </a:spcBef>
              <a:buSzTx/>
              <a:buNone/>
              <a:defRPr sz="44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2387600" y="4533900"/>
            <a:ext cx="19621500" cy="46482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Red boat moored by a dock in a river with trees along the shoreline and a cloudy blue sky in the background"/>
          <p:cNvSpPr/>
          <p:nvPr>
            <p:ph type="pic" idx="21"/>
          </p:nvPr>
        </p:nvSpPr>
        <p:spPr>
          <a:xfrm>
            <a:off x="12407900" y="-2159000"/>
            <a:ext cx="10337800" cy="15506702"/>
          </a:xfrm>
          <a:prstGeom prst="rect">
            <a:avLst/>
          </a:prstGeom>
        </p:spPr>
        <p:txBody>
          <a:bodyPr lIns="91439" tIns="45719" rIns="91439" bIns="45719" anchor="t">
            <a:noAutofit/>
          </a:bodyPr>
          <a:lstStyle/>
          <a:p>
            <a:pPr/>
          </a:p>
        </p:txBody>
      </p:sp>
      <p:sp>
        <p:nvSpPr>
          <p:cNvPr id="39" name="Title Text"/>
          <p:cNvSpPr txBox="1"/>
          <p:nvPr>
            <p:ph type="title"/>
          </p:nvPr>
        </p:nvSpPr>
        <p:spPr>
          <a:xfrm>
            <a:off x="1790700" y="1066800"/>
            <a:ext cx="10007600" cy="5626100"/>
          </a:xfrm>
          <a:prstGeom prst="rect">
            <a:avLst/>
          </a:prstGeom>
        </p:spPr>
        <p:txBody>
          <a:bodyPr anchor="b"/>
          <a:lstStyle>
            <a:lvl1pPr>
              <a:defRPr sz="8400"/>
            </a:lvl1pPr>
          </a:lstStyle>
          <a:p>
            <a:pPr/>
            <a:r>
              <a:t>Title Text</a:t>
            </a:r>
          </a:p>
        </p:txBody>
      </p:sp>
      <p:sp>
        <p:nvSpPr>
          <p:cNvPr id="40" name="Body Level One…"/>
          <p:cNvSpPr txBox="1"/>
          <p:nvPr>
            <p:ph type="body" sz="quarter" idx="1"/>
          </p:nvPr>
        </p:nvSpPr>
        <p:spPr>
          <a:xfrm>
            <a:off x="1790700" y="7035800"/>
            <a:ext cx="10007600" cy="5626100"/>
          </a:xfrm>
          <a:prstGeom prst="rect">
            <a:avLst/>
          </a:prstGeom>
        </p:spPr>
        <p:txBody>
          <a:bodyPr anchor="t"/>
          <a:lstStyle>
            <a:lvl1pPr marL="0" indent="0" algn="ctr">
              <a:spcBef>
                <a:spcPts val="0"/>
              </a:spcBef>
              <a:buSzTx/>
              <a:buNone/>
              <a:defRPr sz="4400"/>
            </a:lvl1pPr>
            <a:lvl2pPr marL="0" indent="0" algn="ctr">
              <a:spcBef>
                <a:spcPts val="0"/>
              </a:spcBef>
              <a:buSzTx/>
              <a:buNone/>
              <a:defRPr sz="4400"/>
            </a:lvl2pPr>
            <a:lvl3pPr marL="0" indent="0" algn="ctr">
              <a:spcBef>
                <a:spcPts val="0"/>
              </a:spcBef>
              <a:buSzTx/>
              <a:buNone/>
              <a:defRPr sz="4400"/>
            </a:lvl3pPr>
            <a:lvl4pPr marL="0" indent="0" algn="ctr">
              <a:spcBef>
                <a:spcPts val="0"/>
              </a:spcBef>
              <a:buSzTx/>
              <a:buNone/>
              <a:defRPr sz="4400"/>
            </a:lvl4pPr>
            <a:lvl5pPr marL="0" indent="0" algn="ctr">
              <a:spcBef>
                <a:spcPts val="0"/>
              </a:spcBef>
              <a:buSzTx/>
              <a:buNone/>
              <a:defRPr sz="44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xfrm>
            <a:off x="11955253" y="13004799"/>
            <a:ext cx="453238" cy="469901"/>
          </a:xfrm>
          <a:prstGeom prst="rect">
            <a:avLst/>
          </a:prstGeom>
        </p:spPr>
        <p:txBody>
          <a:bodyPr anchor="b"/>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Red boat moored by a dock in a river with trees along the shoreline and a cloudy blue sky in the background"/>
          <p:cNvSpPr/>
          <p:nvPr>
            <p:ph type="pic" idx="21"/>
          </p:nvPr>
        </p:nvSpPr>
        <p:spPr>
          <a:xfrm>
            <a:off x="12496800" y="-1485900"/>
            <a:ext cx="10193867" cy="15290800"/>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1790700" y="3644900"/>
            <a:ext cx="10007600" cy="8839200"/>
          </a:xfrm>
          <a:prstGeom prst="rect">
            <a:avLst/>
          </a:prstGeom>
        </p:spPr>
        <p:txBody>
          <a:bodyPr/>
          <a:lstStyle>
            <a:lvl1pPr marL="431800" indent="-431800">
              <a:spcBef>
                <a:spcPts val="5300"/>
              </a:spcBef>
              <a:defRPr sz="3800"/>
            </a:lvl1pPr>
            <a:lvl2pPr marL="863600" indent="-431800">
              <a:spcBef>
                <a:spcPts val="5300"/>
              </a:spcBef>
              <a:defRPr sz="3800"/>
            </a:lvl2pPr>
            <a:lvl3pPr marL="1295400" indent="-431800">
              <a:spcBef>
                <a:spcPts val="5300"/>
              </a:spcBef>
              <a:defRPr sz="3800"/>
            </a:lvl3pPr>
            <a:lvl4pPr marL="1727200" indent="-431800">
              <a:spcBef>
                <a:spcPts val="5300"/>
              </a:spcBef>
              <a:defRPr sz="3800"/>
            </a:lvl4pPr>
            <a:lvl5pPr marL="2159000" indent="-431800">
              <a:spcBef>
                <a:spcPts val="53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75" name="Body Level One…"/>
          <p:cNvSpPr txBox="1"/>
          <p:nvPr>
            <p:ph type="body" idx="1"/>
          </p:nvPr>
        </p:nvSpPr>
        <p:spPr>
          <a:xfrm>
            <a:off x="1790700" y="1790700"/>
            <a:ext cx="20815300" cy="101473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83" name="Child looking through binoculars at a snowy mountain landscape"/>
          <p:cNvSpPr/>
          <p:nvPr>
            <p:ph type="pic" sz="half" idx="21"/>
          </p:nvPr>
        </p:nvSpPr>
        <p:spPr>
          <a:xfrm>
            <a:off x="12344400" y="7112000"/>
            <a:ext cx="10439400" cy="6959601"/>
          </a:xfrm>
          <a:prstGeom prst="rect">
            <a:avLst/>
          </a:prstGeom>
        </p:spPr>
        <p:txBody>
          <a:bodyPr lIns="91439" tIns="45719" rIns="91439" bIns="45719" anchor="t">
            <a:noAutofit/>
          </a:bodyPr>
          <a:lstStyle/>
          <a:p>
            <a:pPr/>
          </a:p>
        </p:txBody>
      </p:sp>
      <p:sp>
        <p:nvSpPr>
          <p:cNvPr id="84" name="Small rocky island covered with grass and surrounded by ocean with blue sky in the background"/>
          <p:cNvSpPr/>
          <p:nvPr>
            <p:ph type="pic" sz="half" idx="22"/>
          </p:nvPr>
        </p:nvSpPr>
        <p:spPr>
          <a:xfrm>
            <a:off x="12407900" y="190500"/>
            <a:ext cx="10363200" cy="6908800"/>
          </a:xfrm>
          <a:prstGeom prst="rect">
            <a:avLst/>
          </a:prstGeom>
        </p:spPr>
        <p:txBody>
          <a:bodyPr lIns="91439" tIns="45719" rIns="91439" bIns="45719" anchor="t">
            <a:noAutofit/>
          </a:bodyPr>
          <a:lstStyle/>
          <a:p>
            <a:pPr/>
          </a:p>
        </p:txBody>
      </p:sp>
      <p:sp>
        <p:nvSpPr>
          <p:cNvPr id="85" name="Red boat moored by a dock in a river with trees along the shoreline and a cloudy blue sky in the background"/>
          <p:cNvSpPr/>
          <p:nvPr>
            <p:ph type="pic" idx="23"/>
          </p:nvPr>
        </p:nvSpPr>
        <p:spPr>
          <a:xfrm>
            <a:off x="1583265" y="-1879600"/>
            <a:ext cx="10414002" cy="15621000"/>
          </a:xfrm>
          <a:prstGeom prst="rect">
            <a:avLst/>
          </a:prstGeom>
        </p:spPr>
        <p:txBody>
          <a:bodyPr lIns="91439" tIns="45719" rIns="91439" bIns="45719" anchor="t">
            <a:noAutofit/>
          </a:bodyPr>
          <a:lstStyle/>
          <a:p>
            <a:pP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93" name="Body Level One…"/>
          <p:cNvSpPr txBox="1"/>
          <p:nvPr>
            <p:ph type="body" sz="quarter" idx="1"/>
          </p:nvPr>
        </p:nvSpPr>
        <p:spPr>
          <a:xfrm>
            <a:off x="2387600" y="8953500"/>
            <a:ext cx="19621500" cy="685800"/>
          </a:xfrm>
          <a:prstGeom prst="rect">
            <a:avLst/>
          </a:prstGeom>
        </p:spPr>
        <p:txBody>
          <a:bodyPr anchor="t"/>
          <a:lstStyle>
            <a:lvl1pPr marL="0" indent="0" algn="ctr">
              <a:spcBef>
                <a:spcPts val="0"/>
              </a:spcBef>
              <a:buSzTx/>
              <a:buNone/>
              <a:defRPr b="1" sz="3800">
                <a:latin typeface="+mj-lt"/>
                <a:ea typeface="+mj-ea"/>
                <a:cs typeface="+mj-cs"/>
                <a:sym typeface="Helvetica"/>
              </a:defRPr>
            </a:lvl1pPr>
            <a:lvl2pPr marL="1055076" indent="-445476" algn="ctr">
              <a:spcBef>
                <a:spcPts val="0"/>
              </a:spcBef>
              <a:defRPr b="1" sz="3800">
                <a:latin typeface="+mj-lt"/>
                <a:ea typeface="+mj-ea"/>
                <a:cs typeface="+mj-cs"/>
                <a:sym typeface="Helvetica"/>
              </a:defRPr>
            </a:lvl2pPr>
            <a:lvl3pPr marL="1664676" indent="-445476" algn="ctr">
              <a:spcBef>
                <a:spcPts val="0"/>
              </a:spcBef>
              <a:defRPr b="1" sz="3800">
                <a:latin typeface="+mj-lt"/>
                <a:ea typeface="+mj-ea"/>
                <a:cs typeface="+mj-cs"/>
                <a:sym typeface="Helvetica"/>
              </a:defRPr>
            </a:lvl3pPr>
            <a:lvl4pPr marL="2274276" indent="-445476" algn="ctr">
              <a:spcBef>
                <a:spcPts val="0"/>
              </a:spcBef>
              <a:defRPr b="1" sz="3800">
                <a:latin typeface="+mj-lt"/>
                <a:ea typeface="+mj-ea"/>
                <a:cs typeface="+mj-cs"/>
                <a:sym typeface="Helvetica"/>
              </a:defRPr>
            </a:lvl4pPr>
            <a:lvl5pPr marL="2883876" indent="-445476" algn="ctr">
              <a:spcBef>
                <a:spcPts val="0"/>
              </a:spcBef>
              <a:defRPr b="1" sz="3800">
                <a:latin typeface="+mj-lt"/>
                <a:ea typeface="+mj-ea"/>
                <a:cs typeface="+mj-cs"/>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94" name="“Type a quote here.”"/>
          <p:cNvSpPr txBox="1"/>
          <p:nvPr>
            <p:ph type="body" sz="quarter" idx="21"/>
          </p:nvPr>
        </p:nvSpPr>
        <p:spPr>
          <a:xfrm>
            <a:off x="2387600" y="6007100"/>
            <a:ext cx="19621500" cy="952500"/>
          </a:xfrm>
          <a:prstGeom prst="rect">
            <a:avLst/>
          </a:prstGeom>
        </p:spPr>
        <p:txBody>
          <a:bodyPr/>
          <a:lstStyle/>
          <a:p>
            <a:pPr marL="0" indent="0" algn="ctr">
              <a:spcBef>
                <a:spcPts val="3400"/>
              </a:spcBef>
              <a:buSzTx/>
              <a:buNone/>
              <a:defRPr sz="5600"/>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02" name="Panoramic photo of two canoeists on a wide river with snowy mountains in the background"/>
          <p:cNvSpPr/>
          <p:nvPr>
            <p:ph type="pic" idx="21"/>
          </p:nvPr>
        </p:nvSpPr>
        <p:spPr>
          <a:xfrm>
            <a:off x="-47625" y="-2540000"/>
            <a:ext cx="24479250" cy="16319500"/>
          </a:xfrm>
          <a:prstGeom prst="rect">
            <a:avLst/>
          </a:prstGeom>
        </p:spPr>
        <p:txBody>
          <a:bodyPr lIns="91439" tIns="45719" rIns="91439" bIns="45719" anchor="t">
            <a:noAutofit/>
          </a:bodyPr>
          <a:lstStyle/>
          <a:p>
            <a:pPr/>
          </a:p>
        </p:txBody>
      </p:sp>
      <p:sp>
        <p:nvSpPr>
          <p:cNvPr id="10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1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Title Text"/>
          <p:cNvSpPr txBox="1"/>
          <p:nvPr>
            <p:ph type="title"/>
          </p:nvPr>
        </p:nvSpPr>
        <p:spPr>
          <a:xfrm>
            <a:off x="1790700" y="571500"/>
            <a:ext cx="20815300" cy="2984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1790700" y="3644900"/>
            <a:ext cx="20815300" cy="8839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955253" y="13004800"/>
            <a:ext cx="453238" cy="469900"/>
          </a:xfrm>
          <a:prstGeom prst="rect">
            <a:avLst/>
          </a:prstGeom>
          <a:ln w="12700">
            <a:miter lim="400000"/>
          </a:ln>
        </p:spPr>
        <p:txBody>
          <a:bodyPr wrap="none" lIns="50800" tIns="50800" rIns="50800" bIns="50800">
            <a:spAutoFit/>
          </a:bodyPr>
          <a:lstStyle>
            <a:lvl1pPr>
              <a:defRPr sz="2400">
                <a:solidFill>
                  <a:srgbClr val="FFFFFF"/>
                </a:solidFill>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transition xmlns:p14="http://schemas.microsoft.com/office/powerpoint/2010/main" spd="med" advClick="1"/>
  <p:txStyles>
    <p:titleStyle>
      <a:lvl1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Helvetica Light"/>
          <a:ea typeface="Helvetica Light"/>
          <a:cs typeface="Helvetica Light"/>
          <a:sym typeface="Helvetica Light"/>
        </a:defRPr>
      </a:lvl1pPr>
      <a:lvl2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Helvetica Light"/>
          <a:ea typeface="Helvetica Light"/>
          <a:cs typeface="Helvetica Light"/>
          <a:sym typeface="Helvetica Light"/>
        </a:defRPr>
      </a:lvl2pPr>
      <a:lvl3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Helvetica Light"/>
          <a:ea typeface="Helvetica Light"/>
          <a:cs typeface="Helvetica Light"/>
          <a:sym typeface="Helvetica Light"/>
        </a:defRPr>
      </a:lvl3pPr>
      <a:lvl4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Helvetica Light"/>
          <a:ea typeface="Helvetica Light"/>
          <a:cs typeface="Helvetica Light"/>
          <a:sym typeface="Helvetica Light"/>
        </a:defRPr>
      </a:lvl4pPr>
      <a:lvl5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Helvetica Light"/>
          <a:ea typeface="Helvetica Light"/>
          <a:cs typeface="Helvetica Light"/>
          <a:sym typeface="Helvetica Light"/>
        </a:defRPr>
      </a:lvl5pPr>
      <a:lvl6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Helvetica Light"/>
          <a:ea typeface="Helvetica Light"/>
          <a:cs typeface="Helvetica Light"/>
          <a:sym typeface="Helvetica Light"/>
        </a:defRPr>
      </a:lvl6pPr>
      <a:lvl7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Helvetica Light"/>
          <a:ea typeface="Helvetica Light"/>
          <a:cs typeface="Helvetica Light"/>
          <a:sym typeface="Helvetica Light"/>
        </a:defRPr>
      </a:lvl7pPr>
      <a:lvl8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Helvetica Light"/>
          <a:ea typeface="Helvetica Light"/>
          <a:cs typeface="Helvetica Light"/>
          <a:sym typeface="Helvetica Light"/>
        </a:defRPr>
      </a:lvl8pPr>
      <a:lvl9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FFFFFF"/>
          </a:solidFill>
          <a:uFillTx/>
          <a:latin typeface="Helvetica Light"/>
          <a:ea typeface="Helvetica Light"/>
          <a:cs typeface="Helvetica Light"/>
          <a:sym typeface="Helvetica Light"/>
        </a:defRPr>
      </a:lvl9pPr>
    </p:titleStyle>
    <p:bodyStyle>
      <a:lvl1pPr marL="609600" marR="0" indent="-609600" algn="l" defTabSz="825500" rtl="0" latinLnBrk="0">
        <a:lnSpc>
          <a:spcPct val="100000"/>
        </a:lnSpc>
        <a:spcBef>
          <a:spcPts val="5900"/>
        </a:spcBef>
        <a:spcAft>
          <a:spcPts val="0"/>
        </a:spcAft>
        <a:buClrTx/>
        <a:buSzPct val="75000"/>
        <a:buFontTx/>
        <a:buChar char="•"/>
        <a:tabLst/>
        <a:defRPr b="0" baseline="0" cap="none" i="0" spc="0" strike="noStrike" sz="5200" u="none">
          <a:solidFill>
            <a:srgbClr val="FFFFFF"/>
          </a:solidFill>
          <a:uFillTx/>
          <a:latin typeface="Helvetica Light"/>
          <a:ea typeface="Helvetica Light"/>
          <a:cs typeface="Helvetica Light"/>
          <a:sym typeface="Helvetica Light"/>
        </a:defRPr>
      </a:lvl1pPr>
      <a:lvl2pPr marL="1219200" marR="0" indent="-609600" algn="l" defTabSz="825500" rtl="0" latinLnBrk="0">
        <a:lnSpc>
          <a:spcPct val="100000"/>
        </a:lnSpc>
        <a:spcBef>
          <a:spcPts val="5900"/>
        </a:spcBef>
        <a:spcAft>
          <a:spcPts val="0"/>
        </a:spcAft>
        <a:buClrTx/>
        <a:buSzPct val="75000"/>
        <a:buFontTx/>
        <a:buChar char="•"/>
        <a:tabLst/>
        <a:defRPr b="0" baseline="0" cap="none" i="0" spc="0" strike="noStrike" sz="5200" u="none">
          <a:solidFill>
            <a:srgbClr val="FFFFFF"/>
          </a:solidFill>
          <a:uFillTx/>
          <a:latin typeface="Helvetica Light"/>
          <a:ea typeface="Helvetica Light"/>
          <a:cs typeface="Helvetica Light"/>
          <a:sym typeface="Helvetica Light"/>
        </a:defRPr>
      </a:lvl2pPr>
      <a:lvl3pPr marL="1828800" marR="0" indent="-609600" algn="l" defTabSz="825500" rtl="0" latinLnBrk="0">
        <a:lnSpc>
          <a:spcPct val="100000"/>
        </a:lnSpc>
        <a:spcBef>
          <a:spcPts val="5900"/>
        </a:spcBef>
        <a:spcAft>
          <a:spcPts val="0"/>
        </a:spcAft>
        <a:buClrTx/>
        <a:buSzPct val="75000"/>
        <a:buFontTx/>
        <a:buChar char="•"/>
        <a:tabLst/>
        <a:defRPr b="0" baseline="0" cap="none" i="0" spc="0" strike="noStrike" sz="5200" u="none">
          <a:solidFill>
            <a:srgbClr val="FFFFFF"/>
          </a:solidFill>
          <a:uFillTx/>
          <a:latin typeface="Helvetica Light"/>
          <a:ea typeface="Helvetica Light"/>
          <a:cs typeface="Helvetica Light"/>
          <a:sym typeface="Helvetica Light"/>
        </a:defRPr>
      </a:lvl3pPr>
      <a:lvl4pPr marL="2438400" marR="0" indent="-609600" algn="l" defTabSz="825500" rtl="0" latinLnBrk="0">
        <a:lnSpc>
          <a:spcPct val="100000"/>
        </a:lnSpc>
        <a:spcBef>
          <a:spcPts val="5900"/>
        </a:spcBef>
        <a:spcAft>
          <a:spcPts val="0"/>
        </a:spcAft>
        <a:buClrTx/>
        <a:buSzPct val="75000"/>
        <a:buFontTx/>
        <a:buChar char="•"/>
        <a:tabLst/>
        <a:defRPr b="0" baseline="0" cap="none" i="0" spc="0" strike="noStrike" sz="5200" u="none">
          <a:solidFill>
            <a:srgbClr val="FFFFFF"/>
          </a:solidFill>
          <a:uFillTx/>
          <a:latin typeface="Helvetica Light"/>
          <a:ea typeface="Helvetica Light"/>
          <a:cs typeface="Helvetica Light"/>
          <a:sym typeface="Helvetica Light"/>
        </a:defRPr>
      </a:lvl4pPr>
      <a:lvl5pPr marL="3048000" marR="0" indent="-609600" algn="l" defTabSz="825500" rtl="0" latinLnBrk="0">
        <a:lnSpc>
          <a:spcPct val="100000"/>
        </a:lnSpc>
        <a:spcBef>
          <a:spcPts val="5900"/>
        </a:spcBef>
        <a:spcAft>
          <a:spcPts val="0"/>
        </a:spcAft>
        <a:buClrTx/>
        <a:buSzPct val="75000"/>
        <a:buFontTx/>
        <a:buChar char="•"/>
        <a:tabLst/>
        <a:defRPr b="0" baseline="0" cap="none" i="0" spc="0" strike="noStrike" sz="5200" u="none">
          <a:solidFill>
            <a:srgbClr val="FFFFFF"/>
          </a:solidFill>
          <a:uFillTx/>
          <a:latin typeface="Helvetica Light"/>
          <a:ea typeface="Helvetica Light"/>
          <a:cs typeface="Helvetica Light"/>
          <a:sym typeface="Helvetica Light"/>
        </a:defRPr>
      </a:lvl5pPr>
      <a:lvl6pPr marL="3657600" marR="0" indent="-609600" algn="l" defTabSz="825500" rtl="0" latinLnBrk="0">
        <a:lnSpc>
          <a:spcPct val="100000"/>
        </a:lnSpc>
        <a:spcBef>
          <a:spcPts val="5900"/>
        </a:spcBef>
        <a:spcAft>
          <a:spcPts val="0"/>
        </a:spcAft>
        <a:buClrTx/>
        <a:buSzPct val="75000"/>
        <a:buFontTx/>
        <a:buChar char="•"/>
        <a:tabLst/>
        <a:defRPr b="0" baseline="0" cap="none" i="0" spc="0" strike="noStrike" sz="5200" u="none">
          <a:solidFill>
            <a:srgbClr val="FFFFFF"/>
          </a:solidFill>
          <a:uFillTx/>
          <a:latin typeface="Helvetica Light"/>
          <a:ea typeface="Helvetica Light"/>
          <a:cs typeface="Helvetica Light"/>
          <a:sym typeface="Helvetica Light"/>
        </a:defRPr>
      </a:lvl6pPr>
      <a:lvl7pPr marL="4267200" marR="0" indent="-609600" algn="l" defTabSz="825500" rtl="0" latinLnBrk="0">
        <a:lnSpc>
          <a:spcPct val="100000"/>
        </a:lnSpc>
        <a:spcBef>
          <a:spcPts val="5900"/>
        </a:spcBef>
        <a:spcAft>
          <a:spcPts val="0"/>
        </a:spcAft>
        <a:buClrTx/>
        <a:buSzPct val="75000"/>
        <a:buFontTx/>
        <a:buChar char="•"/>
        <a:tabLst/>
        <a:defRPr b="0" baseline="0" cap="none" i="0" spc="0" strike="noStrike" sz="5200" u="none">
          <a:solidFill>
            <a:srgbClr val="FFFFFF"/>
          </a:solidFill>
          <a:uFillTx/>
          <a:latin typeface="Helvetica Light"/>
          <a:ea typeface="Helvetica Light"/>
          <a:cs typeface="Helvetica Light"/>
          <a:sym typeface="Helvetica Light"/>
        </a:defRPr>
      </a:lvl7pPr>
      <a:lvl8pPr marL="4876800" marR="0" indent="-609600" algn="l" defTabSz="825500" rtl="0" latinLnBrk="0">
        <a:lnSpc>
          <a:spcPct val="100000"/>
        </a:lnSpc>
        <a:spcBef>
          <a:spcPts val="5900"/>
        </a:spcBef>
        <a:spcAft>
          <a:spcPts val="0"/>
        </a:spcAft>
        <a:buClrTx/>
        <a:buSzPct val="75000"/>
        <a:buFontTx/>
        <a:buChar char="•"/>
        <a:tabLst/>
        <a:defRPr b="0" baseline="0" cap="none" i="0" spc="0" strike="noStrike" sz="5200" u="none">
          <a:solidFill>
            <a:srgbClr val="FFFFFF"/>
          </a:solidFill>
          <a:uFillTx/>
          <a:latin typeface="Helvetica Light"/>
          <a:ea typeface="Helvetica Light"/>
          <a:cs typeface="Helvetica Light"/>
          <a:sym typeface="Helvetica Light"/>
        </a:defRPr>
      </a:lvl8pPr>
      <a:lvl9pPr marL="5486400" marR="0" indent="-609600" algn="l" defTabSz="825500" rtl="0" latinLnBrk="0">
        <a:lnSpc>
          <a:spcPct val="100000"/>
        </a:lnSpc>
        <a:spcBef>
          <a:spcPts val="5900"/>
        </a:spcBef>
        <a:spcAft>
          <a:spcPts val="0"/>
        </a:spcAft>
        <a:buClrTx/>
        <a:buSzPct val="75000"/>
        <a:buFontTx/>
        <a:buChar char="•"/>
        <a:tabLst/>
        <a:defRPr b="0" baseline="0" cap="none" i="0" spc="0" strike="noStrike" sz="5200" u="none">
          <a:solidFill>
            <a:srgbClr val="FFFFFF"/>
          </a:solidFill>
          <a:uFillTx/>
          <a:latin typeface="Helvetica Light"/>
          <a:ea typeface="Helvetica Light"/>
          <a:cs typeface="Helvetica Light"/>
          <a:sym typeface="Helvetica Light"/>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Light"/>
        </a:defRPr>
      </a:lvl1pPr>
      <a:lvl2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Light"/>
        </a:defRPr>
      </a:lvl2pPr>
      <a:lvl3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Light"/>
        </a:defRPr>
      </a:lvl3pPr>
      <a:lvl4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Light"/>
        </a:defRPr>
      </a:lvl4pPr>
      <a:lvl5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Light"/>
        </a:defRPr>
      </a:lvl5pPr>
      <a:lvl6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Light"/>
        </a:defRPr>
      </a:lvl6pPr>
      <a:lvl7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Light"/>
        </a:defRPr>
      </a:lvl7pPr>
      <a:lvl8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Light"/>
        </a:defRPr>
      </a:lvl8pPr>
      <a:lvl9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Hospital-Bed booking"/>
          <p:cNvSpPr txBox="1"/>
          <p:nvPr>
            <p:ph type="ctrTitle"/>
          </p:nvPr>
        </p:nvSpPr>
        <p:spPr>
          <a:prstGeom prst="rect">
            <a:avLst/>
          </a:prstGeom>
        </p:spPr>
        <p:txBody>
          <a:bodyPr/>
          <a:lstStyle/>
          <a:p>
            <a:pPr lvl="1"/>
            <a:r>
              <a:t>Hospital-Bed booking </a:t>
            </a:r>
          </a:p>
        </p:txBody>
      </p:sp>
      <p:sp>
        <p:nvSpPr>
          <p:cNvPr id="120" name="DBMS Project.…"/>
          <p:cNvSpPr txBox="1"/>
          <p:nvPr>
            <p:ph type="subTitle" sz="quarter" idx="1"/>
          </p:nvPr>
        </p:nvSpPr>
        <p:spPr>
          <a:xfrm>
            <a:off x="2374899" y="7073899"/>
            <a:ext cx="19634202" cy="2464284"/>
          </a:xfrm>
          <a:prstGeom prst="rect">
            <a:avLst/>
          </a:prstGeom>
        </p:spPr>
        <p:txBody>
          <a:bodyPr/>
          <a:lstStyle/>
          <a:p>
            <a:pPr defTabSz="594359">
              <a:defRPr sz="3800"/>
            </a:pPr>
            <a:r>
              <a:t>DBMS Project.</a:t>
            </a:r>
          </a:p>
          <a:p>
            <a:pPr defTabSz="594359">
              <a:defRPr sz="3800"/>
            </a:pPr>
            <a:r>
              <a:t>Created by - Bhawesh Kumar Pandit (20CS3021), </a:t>
            </a:r>
          </a:p>
          <a:p>
            <a:pPr defTabSz="594359">
              <a:defRPr sz="3800"/>
            </a:pPr>
            <a:r>
              <a:t>                 Dhanu Pratap Jakhar (20CS3026), </a:t>
            </a:r>
          </a:p>
          <a:p>
            <a:pPr defTabSz="594359">
              <a:defRPr sz="3800"/>
            </a:pPr>
            <a:r>
              <a:t>        Manish Wahale (20CS3070).</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Project Overview:…"/>
          <p:cNvSpPr txBox="1"/>
          <p:nvPr>
            <p:ph type="body" idx="1"/>
          </p:nvPr>
        </p:nvSpPr>
        <p:spPr>
          <a:prstGeom prst="rect">
            <a:avLst/>
          </a:prstGeom>
        </p:spPr>
        <p:txBody>
          <a:bodyPr/>
          <a:lstStyle/>
          <a:p>
            <a:pPr marL="493776" indent="-493776" defTabSz="668655">
              <a:spcBef>
                <a:spcPts val="4700"/>
              </a:spcBef>
              <a:defRPr b="1" i="1" sz="4200">
                <a:latin typeface="+mj-lt"/>
                <a:ea typeface="+mj-ea"/>
                <a:cs typeface="+mj-cs"/>
                <a:sym typeface="Helvetica"/>
              </a:defRPr>
            </a:pPr>
            <a:r>
              <a:t>Project Overview:</a:t>
            </a:r>
          </a:p>
          <a:p>
            <a:pPr marL="493776" indent="-493776" defTabSz="668655">
              <a:spcBef>
                <a:spcPts val="4700"/>
              </a:spcBef>
              <a:defRPr sz="4200"/>
            </a:pPr>
            <a:r>
              <a:t>MediX is a covid bed booking website where hospitals can enroll how many available beds are there for the patient. Patient can accordingly choose the hospital and book the bed in that hospital.</a:t>
            </a:r>
          </a:p>
          <a:p>
            <a:pPr marL="493776" indent="-493776" defTabSz="668655">
              <a:spcBef>
                <a:spcPts val="4700"/>
              </a:spcBef>
              <a:defRPr sz="4200"/>
            </a:pPr>
            <a:r>
              <a:t>Here the website have 3 login portals:</a:t>
            </a:r>
          </a:p>
          <a:p>
            <a:pPr marL="493776" indent="-493776" defTabSz="668655">
              <a:spcBef>
                <a:spcPts val="4700"/>
              </a:spcBef>
              <a:defRPr sz="4200"/>
            </a:pPr>
            <a:r>
              <a:t>1) Admin login - Where new hospital needs to make an ID on this website to become the user of this website.</a:t>
            </a:r>
          </a:p>
          <a:p>
            <a:pPr marL="493776" indent="-493776" defTabSz="668655">
              <a:spcBef>
                <a:spcPts val="4700"/>
              </a:spcBef>
              <a:defRPr sz="4200"/>
            </a:pPr>
            <a:r>
              <a:t>2) Hospital Login - Where the hospital can display number of available beds in their hospital.</a:t>
            </a:r>
          </a:p>
          <a:p>
            <a:pPr marL="493776" indent="-493776" defTabSz="668655">
              <a:spcBef>
                <a:spcPts val="4700"/>
              </a:spcBef>
              <a:defRPr sz="4200"/>
            </a:pPr>
            <a:r>
              <a:t>3) User Login - Where people can log-in and book the bed as per their requirement.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 name="Double-click to edit"/>
          <p:cNvSpPr txBox="1"/>
          <p:nvPr>
            <p:ph type="title"/>
          </p:nvPr>
        </p:nvSpPr>
        <p:spPr>
          <a:xfrm>
            <a:off x="1629302" y="173689"/>
            <a:ext cx="19621502" cy="11921822"/>
          </a:xfrm>
          <a:prstGeom prst="rect">
            <a:avLst/>
          </a:prstGeom>
        </p:spPr>
        <p:txBody>
          <a:bodyPr/>
          <a:lstStyle/>
          <a:p>
            <a:pPr/>
          </a:p>
        </p:txBody>
      </p:sp>
      <p:pic>
        <p:nvPicPr>
          <p:cNvPr id="125" name="1.jpg" descr="1.jpg"/>
          <p:cNvPicPr>
            <a:picLocks noChangeAspect="1"/>
          </p:cNvPicPr>
          <p:nvPr/>
        </p:nvPicPr>
        <p:blipFill>
          <a:blip r:embed="rId2">
            <a:extLst/>
          </a:blip>
          <a:stretch>
            <a:fillRect/>
          </a:stretch>
        </p:blipFill>
        <p:spPr>
          <a:xfrm>
            <a:off x="-2" y="171949"/>
            <a:ext cx="24384003" cy="11925301"/>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Double-click to edit"/>
          <p:cNvSpPr txBox="1"/>
          <p:nvPr>
            <p:ph type="title"/>
          </p:nvPr>
        </p:nvSpPr>
        <p:spPr>
          <a:xfrm>
            <a:off x="1256966" y="-943394"/>
            <a:ext cx="19621502" cy="4648203"/>
          </a:xfrm>
          <a:prstGeom prst="rect">
            <a:avLst/>
          </a:prstGeom>
        </p:spPr>
        <p:txBody>
          <a:bodyPr/>
          <a:lstStyle/>
          <a:p>
            <a:pPr/>
          </a:p>
        </p:txBody>
      </p:sp>
      <p:pic>
        <p:nvPicPr>
          <p:cNvPr id="128" name="2.jpg" descr="2.jpg"/>
          <p:cNvPicPr>
            <a:picLocks noChangeAspect="1"/>
          </p:cNvPicPr>
          <p:nvPr/>
        </p:nvPicPr>
        <p:blipFill>
          <a:blip r:embed="rId2">
            <a:extLst/>
          </a:blip>
          <a:stretch>
            <a:fillRect/>
          </a:stretch>
        </p:blipFill>
        <p:spPr>
          <a:xfrm>
            <a:off x="-2" y="612896"/>
            <a:ext cx="24384003" cy="11887202"/>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Double-click to edit"/>
          <p:cNvSpPr txBox="1"/>
          <p:nvPr>
            <p:ph type="title"/>
          </p:nvPr>
        </p:nvSpPr>
        <p:spPr>
          <a:prstGeom prst="rect">
            <a:avLst/>
          </a:prstGeom>
        </p:spPr>
        <p:txBody>
          <a:bodyPr/>
          <a:lstStyle/>
          <a:p>
            <a:pPr/>
          </a:p>
        </p:txBody>
      </p:sp>
      <p:pic>
        <p:nvPicPr>
          <p:cNvPr id="131" name="3.jpg" descr="3.jpg"/>
          <p:cNvPicPr>
            <a:picLocks noChangeAspect="1"/>
          </p:cNvPicPr>
          <p:nvPr/>
        </p:nvPicPr>
        <p:blipFill>
          <a:blip r:embed="rId2">
            <a:extLst/>
          </a:blip>
          <a:stretch>
            <a:fillRect/>
          </a:stretch>
        </p:blipFill>
        <p:spPr>
          <a:xfrm>
            <a:off x="0" y="895350"/>
            <a:ext cx="24384000" cy="11925300"/>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Double-click to edit"/>
          <p:cNvSpPr txBox="1"/>
          <p:nvPr>
            <p:ph type="title"/>
          </p:nvPr>
        </p:nvSpPr>
        <p:spPr>
          <a:prstGeom prst="rect">
            <a:avLst/>
          </a:prstGeom>
        </p:spPr>
        <p:txBody>
          <a:bodyPr/>
          <a:lstStyle/>
          <a:p>
            <a:pPr/>
          </a:p>
        </p:txBody>
      </p:sp>
      <p:pic>
        <p:nvPicPr>
          <p:cNvPr id="134" name="4.jpg" descr="4.jpg"/>
          <p:cNvPicPr>
            <a:picLocks noChangeAspect="1"/>
          </p:cNvPicPr>
          <p:nvPr/>
        </p:nvPicPr>
        <p:blipFill>
          <a:blip r:embed="rId2">
            <a:extLst/>
          </a:blip>
          <a:stretch>
            <a:fillRect/>
          </a:stretch>
        </p:blipFill>
        <p:spPr>
          <a:xfrm>
            <a:off x="0" y="901700"/>
            <a:ext cx="24384000" cy="1191260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Technology used in our project"/>
          <p:cNvSpPr txBox="1"/>
          <p:nvPr>
            <p:ph type="title"/>
          </p:nvPr>
        </p:nvSpPr>
        <p:spPr>
          <a:xfrm>
            <a:off x="2055844" y="695019"/>
            <a:ext cx="19621501" cy="2599632"/>
          </a:xfrm>
          <a:prstGeom prst="rect">
            <a:avLst/>
          </a:prstGeom>
        </p:spPr>
        <p:txBody>
          <a:bodyPr/>
          <a:lstStyle>
            <a:lvl1pPr defTabSz="817244">
              <a:defRPr sz="11088"/>
            </a:lvl1pPr>
          </a:lstStyle>
          <a:p>
            <a:pPr/>
            <a:r>
              <a:t>Technology used in our project</a:t>
            </a:r>
          </a:p>
        </p:txBody>
      </p:sp>
      <p:sp>
        <p:nvSpPr>
          <p:cNvPr id="137" name="Database management:…"/>
          <p:cNvSpPr txBox="1"/>
          <p:nvPr/>
        </p:nvSpPr>
        <p:spPr>
          <a:xfrm>
            <a:off x="2381249" y="3594544"/>
            <a:ext cx="19621501" cy="240367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363220">
              <a:defRPr b="1" sz="4928">
                <a:solidFill>
                  <a:srgbClr val="FFFFFF"/>
                </a:solidFill>
                <a:latin typeface="+mj-lt"/>
                <a:ea typeface="+mj-ea"/>
                <a:cs typeface="+mj-cs"/>
                <a:sym typeface="Helvetica"/>
              </a:defRPr>
            </a:pPr>
            <a:r>
              <a:t>Database management:</a:t>
            </a:r>
          </a:p>
          <a:p>
            <a:pPr defTabSz="363220">
              <a:defRPr sz="4928">
                <a:solidFill>
                  <a:srgbClr val="FFFFFF"/>
                </a:solidFill>
              </a:defRPr>
            </a:pPr>
            <a:r>
              <a:t>1)PHP.</a:t>
            </a:r>
          </a:p>
          <a:p>
            <a:pPr defTabSz="363220">
              <a:defRPr sz="4928">
                <a:solidFill>
                  <a:srgbClr val="FFFFFF"/>
                </a:solidFill>
              </a:defRPr>
            </a:pPr>
            <a:r>
              <a:t>2)MySQL.</a:t>
            </a:r>
          </a:p>
        </p:txBody>
      </p:sp>
      <p:sp>
        <p:nvSpPr>
          <p:cNvPr id="138" name="Frontend:…"/>
          <p:cNvSpPr txBox="1"/>
          <p:nvPr/>
        </p:nvSpPr>
        <p:spPr>
          <a:xfrm>
            <a:off x="2381249" y="8816354"/>
            <a:ext cx="19621501" cy="422582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330200">
              <a:defRPr b="1" sz="4480">
                <a:solidFill>
                  <a:srgbClr val="FFFFFF"/>
                </a:solidFill>
                <a:latin typeface="+mj-lt"/>
                <a:ea typeface="+mj-ea"/>
                <a:cs typeface="+mj-cs"/>
                <a:sym typeface="Helvetica"/>
              </a:defRPr>
            </a:pPr>
            <a:r>
              <a:t>Frontend:</a:t>
            </a:r>
          </a:p>
          <a:p>
            <a:pPr defTabSz="330200">
              <a:defRPr sz="4480">
                <a:solidFill>
                  <a:srgbClr val="FFFFFF"/>
                </a:solidFill>
              </a:defRPr>
            </a:pPr>
            <a:r>
              <a:t>1)HTML</a:t>
            </a:r>
          </a:p>
          <a:p>
            <a:pPr defTabSz="330200">
              <a:defRPr sz="4480">
                <a:solidFill>
                  <a:srgbClr val="FFFFFF"/>
                </a:solidFill>
              </a:defRPr>
            </a:pPr>
            <a:r>
              <a:t>2)CSS</a:t>
            </a:r>
          </a:p>
          <a:p>
            <a:pPr defTabSz="330200">
              <a:defRPr sz="4480">
                <a:solidFill>
                  <a:srgbClr val="FFFFFF"/>
                </a:solidFill>
              </a:defRPr>
            </a:pPr>
            <a:r>
              <a:t>3)Javascript</a:t>
            </a:r>
          </a:p>
          <a:p>
            <a:pPr defTabSz="330200">
              <a:defRPr sz="4480">
                <a:solidFill>
                  <a:srgbClr val="FFFFFF"/>
                </a:solidFill>
              </a:defRPr>
            </a:pPr>
          </a:p>
        </p:txBody>
      </p:sp>
      <p:sp>
        <p:nvSpPr>
          <p:cNvPr id="139" name="Backend:…"/>
          <p:cNvSpPr txBox="1"/>
          <p:nvPr/>
        </p:nvSpPr>
        <p:spPr>
          <a:xfrm>
            <a:off x="2055844" y="6298107"/>
            <a:ext cx="19621501" cy="259963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defTabSz="330200">
              <a:defRPr b="1" sz="4480">
                <a:solidFill>
                  <a:srgbClr val="FFFFFF"/>
                </a:solidFill>
                <a:latin typeface="+mj-lt"/>
                <a:ea typeface="+mj-ea"/>
                <a:cs typeface="+mj-cs"/>
                <a:sym typeface="Helvetica"/>
              </a:defRPr>
            </a:pPr>
            <a:r>
              <a:t>Backend:</a:t>
            </a:r>
          </a:p>
          <a:p>
            <a:pPr defTabSz="330200">
              <a:defRPr sz="4480">
                <a:solidFill>
                  <a:srgbClr val="FFFFFF"/>
                </a:solidFill>
              </a:defRPr>
            </a:pPr>
            <a:r>
              <a:t>1)Flask</a:t>
            </a:r>
          </a:p>
          <a:p>
            <a:pPr defTabSz="330200">
              <a:defRPr sz="4480">
                <a:solidFill>
                  <a:srgbClr val="FFFFFF"/>
                </a:solidFill>
              </a:defRPr>
            </a:pPr>
            <a:r>
              <a:t>2)SQL-Alchemy</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Other Technology used in our project:…"/>
          <p:cNvSpPr txBox="1"/>
          <p:nvPr>
            <p:ph type="title"/>
          </p:nvPr>
        </p:nvSpPr>
        <p:spPr>
          <a:xfrm>
            <a:off x="2387600" y="405196"/>
            <a:ext cx="19621500" cy="12472215"/>
          </a:xfrm>
          <a:prstGeom prst="rect">
            <a:avLst/>
          </a:prstGeom>
        </p:spPr>
        <p:txBody>
          <a:bodyPr/>
          <a:lstStyle/>
          <a:p>
            <a:pPr>
              <a:defRPr sz="8000"/>
            </a:pPr>
            <a:r>
              <a:t>Other Technology used in our project:</a:t>
            </a:r>
          </a:p>
          <a:p>
            <a:pPr>
              <a:defRPr sz="8000"/>
            </a:pPr>
            <a:r>
              <a:t>1) flask_login - Used for login purposes.</a:t>
            </a:r>
          </a:p>
          <a:p>
            <a:pPr>
              <a:defRPr sz="8000"/>
            </a:pPr>
            <a:r>
              <a:t>2) flask_mail - Used for mailing purposes.</a:t>
            </a:r>
          </a:p>
          <a:p>
            <a:pPr>
              <a:defRPr sz="8000"/>
            </a:pPr>
            <a:r>
              <a:t>3)werkzeug.security - for encryption of password.</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Future plan:…"/>
          <p:cNvSpPr txBox="1"/>
          <p:nvPr>
            <p:ph type="title"/>
          </p:nvPr>
        </p:nvSpPr>
        <p:spPr>
          <a:xfrm>
            <a:off x="2381250" y="4533898"/>
            <a:ext cx="19621502" cy="4648202"/>
          </a:xfrm>
          <a:prstGeom prst="rect">
            <a:avLst/>
          </a:prstGeom>
        </p:spPr>
        <p:txBody>
          <a:bodyPr/>
          <a:lstStyle/>
          <a:p>
            <a:pPr defTabSz="429259">
              <a:defRPr b="1" i="1" sz="5800">
                <a:latin typeface="+mj-lt"/>
                <a:ea typeface="+mj-ea"/>
                <a:cs typeface="+mj-cs"/>
                <a:sym typeface="Helvetica"/>
              </a:defRPr>
            </a:pPr>
            <a:r>
              <a:t>Future plan:</a:t>
            </a:r>
          </a:p>
          <a:p>
            <a:pPr defTabSz="429259">
              <a:defRPr sz="5800"/>
            </a:pPr>
            <a:r>
              <a:t>Make a relation where hospital can also see the number of patients and their details they need to cure in their respective hospitals. And accordingly after the cure the available beds will be updated accordingly.</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hank you."/>
          <p:cNvSpPr txBox="1"/>
          <p:nvPr>
            <p:ph type="title"/>
          </p:nvPr>
        </p:nvSpPr>
        <p:spPr>
          <a:prstGeom prst="rect">
            <a:avLst/>
          </a:prstGeom>
        </p:spPr>
        <p:txBody>
          <a:bodyPr/>
          <a:lstStyle/>
          <a:p>
            <a:pPr/>
            <a:r>
              <a:t>Thank you.</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Gradient">
  <a:themeElements>
    <a:clrScheme name="Gradient">
      <a:dk1>
        <a:srgbClr val="FFFFFF"/>
      </a:dk1>
      <a:lt1>
        <a:srgbClr val="FF0000"/>
      </a:lt1>
      <a:dk2>
        <a:srgbClr val="A7A7A7"/>
      </a:dk2>
      <a:lt2>
        <a:srgbClr val="535353"/>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a:ea typeface="Helvetica"/>
        <a:cs typeface="Helvetica"/>
      </a:majorFont>
      <a:minorFont>
        <a:latin typeface="Helvetica Neue"/>
        <a:ea typeface="Helvetica Neue"/>
        <a:cs typeface="Helvetica Neue"/>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76200" dist="0" dir="18900000">
              <a:srgbClr val="000000">
                <a:alpha val="80000"/>
              </a:srgbClr>
            </a:outerShdw>
          </a:effectLst>
        </a:effectStyle>
        <a:effectStyle>
          <a:effectLst>
            <a:outerShdw sx="100000" sy="100000" kx="0" ky="0" algn="b" rotWithShape="0" blurRad="76200" dist="0" dir="18900000">
              <a:srgbClr val="000000">
                <a:alpha val="80000"/>
              </a:srgbClr>
            </a:outerShdw>
          </a:effectLst>
        </a:effectStyle>
        <a:effectStyle>
          <a:effectLst>
            <a:outerShdw sx="100000" sy="100000" kx="0" ky="0" algn="b" rotWithShape="0" blurRad="76200" dist="0" dir="1890000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76200" dist="0" dir="18900000">
            <a:srgbClr val="000000">
              <a:alpha val="8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76200" dist="0" dir="18900000">
            <a:srgbClr val="000000">
              <a:alpha val="80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Gradient">
  <a:themeElements>
    <a:clrScheme name="Gradient">
      <a:dk1>
        <a:srgbClr val="000000"/>
      </a:dk1>
      <a:lt1>
        <a:srgbClr val="FFFFFF"/>
      </a:lt1>
      <a:dk2>
        <a:srgbClr val="A7A7A7"/>
      </a:dk2>
      <a:lt2>
        <a:srgbClr val="535353"/>
      </a:lt2>
      <a:accent1>
        <a:srgbClr val="0065C1"/>
      </a:accent1>
      <a:accent2>
        <a:srgbClr val="189B1A"/>
      </a:accent2>
      <a:accent3>
        <a:srgbClr val="008C91"/>
      </a:accent3>
      <a:accent4>
        <a:srgbClr val="5747C1"/>
      </a:accent4>
      <a:accent5>
        <a:srgbClr val="971817"/>
      </a:accent5>
      <a:accent6>
        <a:srgbClr val="BC8027"/>
      </a:accent6>
      <a:hlink>
        <a:srgbClr val="0000FF"/>
      </a:hlink>
      <a:folHlink>
        <a:srgbClr val="FF00FF"/>
      </a:folHlink>
    </a:clrScheme>
    <a:fontScheme name="Gradient">
      <a:majorFont>
        <a:latin typeface="Helvetica"/>
        <a:ea typeface="Helvetica"/>
        <a:cs typeface="Helvetica"/>
      </a:majorFont>
      <a:minorFont>
        <a:latin typeface="Helvetica Neue"/>
        <a:ea typeface="Helvetica Neue"/>
        <a:cs typeface="Helvetica Neue"/>
      </a:minorFont>
    </a:fontScheme>
    <a:fmtScheme name="Gradie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76200" dist="0" dir="18900000">
              <a:srgbClr val="000000">
                <a:alpha val="80000"/>
              </a:srgbClr>
            </a:outerShdw>
          </a:effectLst>
        </a:effectStyle>
        <a:effectStyle>
          <a:effectLst>
            <a:outerShdw sx="100000" sy="100000" kx="0" ky="0" algn="b" rotWithShape="0" blurRad="76200" dist="0" dir="18900000">
              <a:srgbClr val="000000">
                <a:alpha val="80000"/>
              </a:srgbClr>
            </a:outerShdw>
          </a:effectLst>
        </a:effectStyle>
        <a:effectStyle>
          <a:effectLst>
            <a:outerShdw sx="100000" sy="100000" kx="0" ky="0" algn="b" rotWithShape="0" blurRad="76200" dist="0" dir="18900000">
              <a:srgbClr val="000000">
                <a:alpha val="8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76200" dist="0" dir="18900000">
            <a:srgbClr val="000000">
              <a:alpha val="80000"/>
            </a:srgbClr>
          </a:outerShdw>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76200" dist="0" dir="18900000">
            <a:srgbClr val="000000">
              <a:alpha val="80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5200" u="none" kumimoji="0" normalizeH="0">
            <a:ln>
              <a:noFill/>
            </a:ln>
            <a:solidFill>
              <a:srgbClr val="FF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